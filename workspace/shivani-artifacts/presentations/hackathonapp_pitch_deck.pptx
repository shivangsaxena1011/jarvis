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 everyone. Today we are excited to introduce HackathonApp, an autonomous AI system built to solve critical industry workflow friction.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Today, organizations face a major challenge: Automated verification of business documents. Manual intervention remains bottlenecked and prone to silent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solution is HackathonApp. Autonomous AI-powered solution for Automated verification of business documents. We never blindly execute actions without pre-planning and post-action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architectural overview. Notice our strict three-tier permission model that sandboxes any risky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the core capabilities that give our platform an unfair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our live demonstration, observe how the agent moves seamlessly from research into verified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our platform delivers an 80% reduction in cognitive toil. Thank you, and we welcome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HackathonApp Pitch Deck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Presented by Team HackathonApp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Autonomous Next-Generation Intelligent System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Built with Python, FastAPI, AI/ML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Verified Live Demonstrations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⚡ AI-Powered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The Core Problem &amp; Industry Friction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Why existing manual workflows fail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Automated verification of business documents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High operational overhead and excessive manual coordination.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Error-prone verification leading to costly compliance gaps.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Lack of unified, cross-domain autonomous agent capabilities.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Current solutions are fragmented and brittle.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Our Proposed Solution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Introducing HackathonApp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Autonomous AI-powered solution for Automated verification of business documents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Strict Observe ──▶ Plan ──▶ Act ──▶ Verify execution lifecycle.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Multi-tier permission gating for critical and sensitive operations.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End-to-end task automation across desktop, browser, and developer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💡 100% Autonomous with Human-in-the-Loop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System Architecture &amp; Technology Stack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Engineered for reliability, speed, and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Core Engine: Python, FastAPI, AI/ML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Agentic Layer: Autonomous Coding, Research, and Browser Agents.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Security: Sandboxed Permission Engine with real-time risk classification.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Storage: Structured artifact management with stateful checkpointing.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🛡️ Enterprise Security &amp; Sandboxing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Key Features &amp; Core Capabilities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What makes this uniquely powerful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100% verified execution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Stage checkpointing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Cross-agent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🚀 Production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Live Demo Walkthrough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Real-world scenario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Step 1: User issues high-level instruction via voice or text.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Step 2: Agent decomposes task into checkpointed stages.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Step 3: Verification engine inspects environmental results in real-time.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Step 4: Formatted artifacts delivered cleanly without disk pollution.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🎬 Live Proof of Concept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Impact, Scalability &amp; Future Roadmap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Moving from prototype to global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Impact: Reduces repetitive software and research overhead by 80%.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Scalability: Stateless worker architecture ready for containerized scale.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Next Milestone: Android bridge integration and native local VLM inference.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📈 Measurable 10x ROI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