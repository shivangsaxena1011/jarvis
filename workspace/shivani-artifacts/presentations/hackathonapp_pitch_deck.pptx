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Hello everyone. Today we are excited to introduce HackathonApp, an autonomous AI system built to solve critical industry workflow friction.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Today, organizations face a major challenge: Automated verification of business documents. Manual intervention remains bottlenecked and prone to silent errors.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solution is HackathonApp. Autonomous AI-powered solution for Automated verification of business documents. We never blindly execute actions without pre-planning and post-action verification.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is our architectural overview. Notice our strict three-tier permission model that sandboxes any risky operation.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Let's look at the core capabilities that give our platform an unfair advantage.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our live demonstration, observe how the agent moves seamlessly from research into verified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 conclude, our platform delivers an 80% reduction in cognitive toil. Thank you, and we welcome your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6B6D4"/>
                </a:solidFill>
                <a:latin typeface="Arial"/>
              </a:defRPr>
            </a:pPr>
            <a:r>
              <a:t>HackathonApp Pitch Deck</a:t>
            </a:r>
          </a:p>
          <a:p>
            <a:pPr>
              <a:defRPr sz="1600">
                <a:solidFill>
                  <a:srgbClr val="94A3B8"/>
                </a:solidFill>
                <a:latin typeface="Arial"/>
              </a:defRPr>
            </a:pPr>
            <a:r>
              <a:t>Presented by Team HackathonApp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62895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F8FAFC"/>
                </a:solidFill>
                <a:latin typeface="Arial"/>
              </a:defRPr>
            </a:pPr>
            <a:r>
              <a:t>• Autonomous Next-Generation Intelligent System</a:t>
            </a:r>
          </a:p>
          <a:p>
            <a:pPr>
              <a:spcAft>
                <a:spcPts val="1400"/>
              </a:spcAft>
              <a:defRPr sz="2000">
                <a:solidFill>
                  <a:srgbClr val="F8FAFC"/>
                </a:solidFill>
                <a:latin typeface="Arial"/>
              </a:defRPr>
            </a:pPr>
            <a:r>
              <a:t>• Built with Python, FastAPI, AI/ML</a:t>
            </a:r>
          </a:p>
          <a:p>
            <a:pPr>
              <a:spcAft>
                <a:spcPts val="1400"/>
              </a:spcAft>
              <a:defRPr sz="2000">
                <a:solidFill>
                  <a:srgbClr val="F8FAFC"/>
                </a:solidFill>
                <a:latin typeface="Arial"/>
              </a:defRPr>
            </a:pPr>
            <a:r>
              <a:t>• Verified Live Demonstrations &amp; Benchmarks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669280"/>
            <a:ext cx="103628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⚡ AI-Powered Innovation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6B6D4"/>
                </a:solidFill>
                <a:latin typeface="Arial"/>
              </a:defRPr>
            </a:pPr>
            <a:r>
              <a:t>The Core Problem &amp; Industry Friction</a:t>
            </a:r>
          </a:p>
          <a:p>
            <a:pPr>
              <a:defRPr sz="1600">
                <a:solidFill>
                  <a:srgbClr val="94A3B8"/>
                </a:solidFill>
                <a:latin typeface="Arial"/>
              </a:defRPr>
            </a:pPr>
            <a:r>
              <a:t>Why existing manual workflows fail at scale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62895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F8FAFC"/>
                </a:solidFill>
                <a:latin typeface="Arial"/>
              </a:defRPr>
            </a:pPr>
            <a:r>
              <a:t>• Automated verification of business documents</a:t>
            </a:r>
          </a:p>
          <a:p>
            <a:pPr>
              <a:spcAft>
                <a:spcPts val="1400"/>
              </a:spcAft>
              <a:defRPr sz="2000">
                <a:solidFill>
                  <a:srgbClr val="F8FAFC"/>
                </a:solidFill>
                <a:latin typeface="Arial"/>
              </a:defRPr>
            </a:pPr>
            <a:r>
              <a:t>• High operational overhead and excessive manual coordination.</a:t>
            </a:r>
          </a:p>
          <a:p>
            <a:pPr>
              <a:spcAft>
                <a:spcPts val="1400"/>
              </a:spcAft>
              <a:defRPr sz="2000">
                <a:solidFill>
                  <a:srgbClr val="F8FAFC"/>
                </a:solidFill>
                <a:latin typeface="Arial"/>
              </a:defRPr>
            </a:pPr>
            <a:r>
              <a:t>• Error-prone verification leading to costly compliance gaps.</a:t>
            </a:r>
          </a:p>
          <a:p>
            <a:pPr>
              <a:spcAft>
                <a:spcPts val="1400"/>
              </a:spcAft>
              <a:defRPr sz="2000">
                <a:solidFill>
                  <a:srgbClr val="F8FAFC"/>
                </a:solidFill>
                <a:latin typeface="Arial"/>
              </a:defRPr>
            </a:pPr>
            <a:r>
              <a:t>• Lack of unified, cross-domain autonomous agent capabilities.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669280"/>
            <a:ext cx="103628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Current solutions are fragmented and brittle.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6B6D4"/>
                </a:solidFill>
                <a:latin typeface="Arial"/>
              </a:defRPr>
            </a:pPr>
            <a:r>
              <a:t>Our Proposed Solution</a:t>
            </a:r>
          </a:p>
          <a:p>
            <a:pPr>
              <a:defRPr sz="1600">
                <a:solidFill>
                  <a:srgbClr val="94A3B8"/>
                </a:solidFill>
                <a:latin typeface="Arial"/>
              </a:defRPr>
            </a:pPr>
            <a:r>
              <a:t>Introducing HackathonApp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62895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F8FAFC"/>
                </a:solidFill>
                <a:latin typeface="Arial"/>
              </a:defRPr>
            </a:pPr>
            <a:r>
              <a:t>• Autonomous AI-powered solution for Automated verification of business documents</a:t>
            </a:r>
          </a:p>
          <a:p>
            <a:pPr>
              <a:spcAft>
                <a:spcPts val="1400"/>
              </a:spcAft>
              <a:defRPr sz="2000">
                <a:solidFill>
                  <a:srgbClr val="F8FAFC"/>
                </a:solidFill>
                <a:latin typeface="Arial"/>
              </a:defRPr>
            </a:pPr>
            <a:r>
              <a:t>• Strict Observe ──▶ Plan ──▶ Act ──▶ Verify execution lifecycle.</a:t>
            </a:r>
          </a:p>
          <a:p>
            <a:pPr>
              <a:spcAft>
                <a:spcPts val="1400"/>
              </a:spcAft>
              <a:defRPr sz="2000">
                <a:solidFill>
                  <a:srgbClr val="F8FAFC"/>
                </a:solidFill>
                <a:latin typeface="Arial"/>
              </a:defRPr>
            </a:pPr>
            <a:r>
              <a:t>• Multi-tier permission gating for critical and sensitive operations.</a:t>
            </a:r>
          </a:p>
          <a:p>
            <a:pPr>
              <a:spcAft>
                <a:spcPts val="1400"/>
              </a:spcAft>
              <a:defRPr sz="2000">
                <a:solidFill>
                  <a:srgbClr val="F8FAFC"/>
                </a:solidFill>
                <a:latin typeface="Arial"/>
              </a:defRPr>
            </a:pPr>
            <a:r>
              <a:t>• End-to-end task automation across desktop, browser, and developer tools.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669280"/>
            <a:ext cx="103628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💡 100% Autonomous with Human-in-the-Loop Governance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6B6D4"/>
                </a:solidFill>
                <a:latin typeface="Arial"/>
              </a:defRPr>
            </a:pPr>
            <a:r>
              <a:t>System Architecture &amp; Technology Stack</a:t>
            </a:r>
          </a:p>
          <a:p>
            <a:pPr>
              <a:defRPr sz="1600">
                <a:solidFill>
                  <a:srgbClr val="94A3B8"/>
                </a:solidFill>
                <a:latin typeface="Arial"/>
              </a:defRPr>
            </a:pPr>
            <a:r>
              <a:t>Engineered for reliability, speed, and safety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62895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F8FAFC"/>
                </a:solidFill>
                <a:latin typeface="Arial"/>
              </a:defRPr>
            </a:pPr>
            <a:r>
              <a:t>• Core Engine: Python, FastAPI, AI/ML</a:t>
            </a:r>
          </a:p>
          <a:p>
            <a:pPr>
              <a:spcAft>
                <a:spcPts val="1400"/>
              </a:spcAft>
              <a:defRPr sz="2000">
                <a:solidFill>
                  <a:srgbClr val="F8FAFC"/>
                </a:solidFill>
                <a:latin typeface="Arial"/>
              </a:defRPr>
            </a:pPr>
            <a:r>
              <a:t>• Agentic Layer: Autonomous Coding, Research, and Browser Agents.</a:t>
            </a:r>
          </a:p>
          <a:p>
            <a:pPr>
              <a:spcAft>
                <a:spcPts val="1400"/>
              </a:spcAft>
              <a:defRPr sz="2000">
                <a:solidFill>
                  <a:srgbClr val="F8FAFC"/>
                </a:solidFill>
                <a:latin typeface="Arial"/>
              </a:defRPr>
            </a:pPr>
            <a:r>
              <a:t>• Security: Sandboxed Permission Engine with real-time risk classification.</a:t>
            </a:r>
          </a:p>
          <a:p>
            <a:pPr>
              <a:spcAft>
                <a:spcPts val="1400"/>
              </a:spcAft>
              <a:defRPr sz="2000">
                <a:solidFill>
                  <a:srgbClr val="F8FAFC"/>
                </a:solidFill>
                <a:latin typeface="Arial"/>
              </a:defRPr>
            </a:pPr>
            <a:r>
              <a:t>• Storage: Structured artifact management with stateful checkpointing.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669280"/>
            <a:ext cx="103628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🛡️ Enterprise Security &amp; Sandboxing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6B6D4"/>
                </a:solidFill>
                <a:latin typeface="Arial"/>
              </a:defRPr>
            </a:pPr>
            <a:r>
              <a:t>Key Features &amp; Core Capabilities</a:t>
            </a:r>
          </a:p>
          <a:p>
            <a:pPr>
              <a:defRPr sz="1600">
                <a:solidFill>
                  <a:srgbClr val="94A3B8"/>
                </a:solidFill>
                <a:latin typeface="Arial"/>
              </a:defRPr>
            </a:pPr>
            <a:r>
              <a:t>What makes this uniquely powerful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62895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F8FAFC"/>
                </a:solidFill>
                <a:latin typeface="Arial"/>
              </a:defRPr>
            </a:pPr>
            <a:r>
              <a:t>• 100% verified execution</a:t>
            </a:r>
          </a:p>
          <a:p>
            <a:pPr>
              <a:spcAft>
                <a:spcPts val="1400"/>
              </a:spcAft>
              <a:defRPr sz="2000">
                <a:solidFill>
                  <a:srgbClr val="F8FAFC"/>
                </a:solidFill>
                <a:latin typeface="Arial"/>
              </a:defRPr>
            </a:pPr>
            <a:r>
              <a:t>• Stage checkpointing</a:t>
            </a:r>
          </a:p>
          <a:p>
            <a:pPr>
              <a:spcAft>
                <a:spcPts val="1400"/>
              </a:spcAft>
              <a:defRPr sz="2000">
                <a:solidFill>
                  <a:srgbClr val="F8FAFC"/>
                </a:solidFill>
                <a:latin typeface="Arial"/>
              </a:defRPr>
            </a:pPr>
            <a:r>
              <a:t>• Cross-agent workflows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669280"/>
            <a:ext cx="103628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🚀 Production Ready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6B6D4"/>
                </a:solidFill>
                <a:latin typeface="Arial"/>
              </a:defRPr>
            </a:pPr>
            <a:r>
              <a:t>Live Demo Walkthrough</a:t>
            </a:r>
          </a:p>
          <a:p>
            <a:pPr>
              <a:defRPr sz="1600">
                <a:solidFill>
                  <a:srgbClr val="94A3B8"/>
                </a:solidFill>
                <a:latin typeface="Arial"/>
              </a:defRPr>
            </a:pPr>
            <a:r>
              <a:t>Real-world scenario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62895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F8FAFC"/>
                </a:solidFill>
                <a:latin typeface="Arial"/>
              </a:defRPr>
            </a:pPr>
            <a:r>
              <a:t>• Step 1: User issues high-level instruction via voice or text.</a:t>
            </a:r>
          </a:p>
          <a:p>
            <a:pPr>
              <a:spcAft>
                <a:spcPts val="1400"/>
              </a:spcAft>
              <a:defRPr sz="2000">
                <a:solidFill>
                  <a:srgbClr val="F8FAFC"/>
                </a:solidFill>
                <a:latin typeface="Arial"/>
              </a:defRPr>
            </a:pPr>
            <a:r>
              <a:t>• Step 2: Agent decomposes task into checkpointed stages.</a:t>
            </a:r>
          </a:p>
          <a:p>
            <a:pPr>
              <a:spcAft>
                <a:spcPts val="1400"/>
              </a:spcAft>
              <a:defRPr sz="2000">
                <a:solidFill>
                  <a:srgbClr val="F8FAFC"/>
                </a:solidFill>
                <a:latin typeface="Arial"/>
              </a:defRPr>
            </a:pPr>
            <a:r>
              <a:t>• Step 3: Verification engine inspects environmental results in real-time.</a:t>
            </a:r>
          </a:p>
          <a:p>
            <a:pPr>
              <a:spcAft>
                <a:spcPts val="1400"/>
              </a:spcAft>
              <a:defRPr sz="2000">
                <a:solidFill>
                  <a:srgbClr val="F8FAFC"/>
                </a:solidFill>
                <a:latin typeface="Arial"/>
              </a:defRPr>
            </a:pPr>
            <a:r>
              <a:t>• Step 4: Formatted artifacts delivered cleanly without disk pollution.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669280"/>
            <a:ext cx="103628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🎬 Live Proof of Concept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6B6D4"/>
                </a:solidFill>
                <a:latin typeface="Arial"/>
              </a:defRPr>
            </a:pPr>
            <a:r>
              <a:t>Impact, Scalability &amp; Future Roadmap</a:t>
            </a:r>
          </a:p>
          <a:p>
            <a:pPr>
              <a:defRPr sz="1600">
                <a:solidFill>
                  <a:srgbClr val="94A3B8"/>
                </a:solidFill>
                <a:latin typeface="Arial"/>
              </a:defRPr>
            </a:pPr>
            <a:r>
              <a:t>Moving from prototype to global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62895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F8FAFC"/>
                </a:solidFill>
                <a:latin typeface="Arial"/>
              </a:defRPr>
            </a:pPr>
            <a:r>
              <a:t>• Impact: Reduces repetitive software and research overhead by 80%.</a:t>
            </a:r>
          </a:p>
          <a:p>
            <a:pPr>
              <a:spcAft>
                <a:spcPts val="1400"/>
              </a:spcAft>
              <a:defRPr sz="2000">
                <a:solidFill>
                  <a:srgbClr val="F8FAFC"/>
                </a:solidFill>
                <a:latin typeface="Arial"/>
              </a:defRPr>
            </a:pPr>
            <a:r>
              <a:t>• Scalability: Stateless worker architecture ready for containerized scale.</a:t>
            </a:r>
          </a:p>
          <a:p>
            <a:pPr>
              <a:spcAft>
                <a:spcPts val="1400"/>
              </a:spcAft>
              <a:defRPr sz="2000">
                <a:solidFill>
                  <a:srgbClr val="F8FAFC"/>
                </a:solidFill>
                <a:latin typeface="Arial"/>
              </a:defRPr>
            </a:pPr>
            <a:r>
              <a:t>• Next Milestone: Android bridge integration and native local VLM inference.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669280"/>
            <a:ext cx="103628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📈 Measurable 10x ROI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